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7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4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87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059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243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35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252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183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84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355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27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630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09225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958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54777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544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0216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59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6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Intelligence &amp; Predictive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Sales Performance Dashboard provides interactive analytics and visualization for automobile sales data using Power BI. It enables real-time monitoring, regional analysis, product performance evaluation, and predictive forecasting.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automobile industry generates large volumes of sales data. Traditional reporting methods fail to provide timely insights. BI dashboards transform raw data into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Centralized sales monitoring</a:t>
            </a:r>
          </a:p>
          <a:p>
            <a:r>
              <a:t>• Interactive visualization</a:t>
            </a:r>
          </a:p>
          <a:p>
            <a:r>
              <a:t>• Regional &amp; product analysis</a:t>
            </a:r>
          </a:p>
          <a:p>
            <a:r>
              <a:t>• Predictive sales forecasting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– BI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Studies show BI tools improve decision-making efficiency. Power BI offers self-service analytics and AI-powered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–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Time series models such as ARIMA and Prophet are widely used for sales forecasting. Prophet handles seasonality and missing data effectively.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Trend Analysis</a:t>
            </a:r>
          </a:p>
          <a:p>
            <a:r>
              <a:t>• Regional Sales</a:t>
            </a:r>
          </a:p>
          <a:p>
            <a:r>
              <a:t>• Body Style Distribution</a:t>
            </a:r>
          </a:p>
          <a:p>
            <a:r>
              <a:t>• Model Performance</a:t>
            </a:r>
          </a:p>
          <a:p>
            <a:r>
              <a:t>• Forecasting</a:t>
            </a:r>
          </a:p>
          <a:p>
            <a:r>
              <a:t>• Q&amp;A Module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Prophet Time Series Forecasting</a:t>
            </a:r>
          </a:p>
          <a:p>
            <a:r>
              <a:t>• DAX Aggregations</a:t>
            </a:r>
          </a:p>
          <a:p>
            <a:r>
              <a:t>• Power Query ETL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Three-layer architecture:</a:t>
            </a:r>
          </a:p>
          <a:p>
            <a:r>
              <a:t>• Data Layer</a:t>
            </a:r>
          </a:p>
          <a:p>
            <a:r>
              <a:t>• Analytics Layer</a:t>
            </a:r>
          </a:p>
          <a:p>
            <a:r>
              <a:t>• Presentation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data flows from dealer systems → ETL → Data Model → Visualization → Users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Excel-based reporting</a:t>
            </a:r>
          </a:p>
          <a:p>
            <a:r>
              <a:t>• Manual data processing</a:t>
            </a:r>
          </a:p>
          <a:p>
            <a:r>
              <a:t>• Static reports</a:t>
            </a:r>
          </a:p>
          <a:p>
            <a:r>
              <a:t>• Delayed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latency</a:t>
            </a:r>
          </a:p>
          <a:p>
            <a:r>
              <a:t>• No forecasting</a:t>
            </a:r>
          </a:p>
          <a:p>
            <a:r>
              <a:t>• Poor scalability</a:t>
            </a:r>
          </a:p>
          <a:p>
            <a:r>
              <a:t>• High manual effort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ETL</a:t>
            </a:r>
          </a:p>
          <a:p>
            <a:r>
              <a:t>• Interactive Power BI dashboard</a:t>
            </a:r>
          </a:p>
          <a:p>
            <a:r>
              <a:t>• Real-time insights</a:t>
            </a:r>
          </a:p>
          <a:p>
            <a:r>
              <a:t>• Predictive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Faster reporting</a:t>
            </a:r>
          </a:p>
          <a:p>
            <a:r>
              <a:t>• Accurate decisions</a:t>
            </a:r>
          </a:p>
          <a:p>
            <a:r>
              <a:t>• Better scalability</a:t>
            </a:r>
          </a:p>
          <a:p>
            <a:r>
              <a:t>• Single source of truth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Sales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shows declining sales trends in recent periods with regional variations.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Austin and Janesville are top-performing regions, contributing maximum revenue.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– Product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SUVs dominate sales. BMW and Toyota models contribute the highest revenue.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D283F-BA1B-6A53-D8C7-38A2FFFD8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89" y="677941"/>
            <a:ext cx="10409822" cy="5502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144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Prophet forecasts indicate fluctuating future sales with uncertainty intervals.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improves visibility, reduces reporting time, and enhances data-driven decision-making.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data integration</a:t>
            </a:r>
          </a:p>
          <a:p>
            <a:r>
              <a:t>• Advanced ML models</a:t>
            </a:r>
          </a:p>
          <a:p>
            <a:r>
              <a:t>• Customer analytics</a:t>
            </a:r>
          </a:p>
          <a:p>
            <a:r>
              <a:t>• Mobile optimization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 Power BI Documentation</a:t>
            </a:r>
          </a:p>
          <a:p>
            <a:r>
              <a:t>• Taylor &amp; Letham (2018) – Prophet</a:t>
            </a:r>
          </a:p>
          <a:p>
            <a:r>
              <a:t>• Gartner BI Reports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</TotalTime>
  <Words>380</Words>
  <Application>Microsoft Office PowerPoint</Application>
  <PresentationFormat>Widescreen</PresentationFormat>
  <Paragraphs>72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Garamond</vt:lpstr>
      <vt:lpstr>Organic</vt:lpstr>
      <vt:lpstr>Sales Performance Dashboard</vt:lpstr>
      <vt:lpstr>Abstract</vt:lpstr>
      <vt:lpstr>Introduction</vt:lpstr>
      <vt:lpstr>Project Objective</vt:lpstr>
      <vt:lpstr>Literature Survey – BI Systems</vt:lpstr>
      <vt:lpstr>Literature Survey – Forecasting</vt:lpstr>
      <vt:lpstr>System Modules</vt:lpstr>
      <vt:lpstr>Algorithms Used</vt:lpstr>
      <vt:lpstr>Architecture</vt:lpstr>
      <vt:lpstr>Data Flow Diagram</vt:lpstr>
      <vt:lpstr>Existing System</vt:lpstr>
      <vt:lpstr>Limitations of Existing System</vt:lpstr>
      <vt:lpstr>Proposed System</vt:lpstr>
      <vt:lpstr>Proposed System Advantages</vt:lpstr>
      <vt:lpstr>Results – Sales Trends</vt:lpstr>
      <vt:lpstr>Results – Regional Analysis</vt:lpstr>
      <vt:lpstr>Results – Product Performance</vt:lpstr>
      <vt:lpstr>PowerPoint Presentation</vt:lpstr>
      <vt:lpstr>Forecasting Results</vt:lpstr>
      <vt:lpstr>Conclusion</vt:lpstr>
      <vt:lpstr>Future Scope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Jigeesha S</cp:lastModifiedBy>
  <cp:revision>2</cp:revision>
  <dcterms:created xsi:type="dcterms:W3CDTF">2013-01-27T09:14:16Z</dcterms:created>
  <dcterms:modified xsi:type="dcterms:W3CDTF">2026-01-06T09:42:34Z</dcterms:modified>
  <cp:category/>
</cp:coreProperties>
</file>